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, Darshini" userId="7b66d53e-23f4-4dc8-bb03-06989306c507" providerId="ADAL" clId="{7204BDAD-7418-460E-9C82-1E51E724A9F1}"/>
    <pc:docChg chg="undo custSel modSld">
      <pc:chgData name="P, Darshini" userId="7b66d53e-23f4-4dc8-bb03-06989306c507" providerId="ADAL" clId="{7204BDAD-7418-460E-9C82-1E51E724A9F1}" dt="2026-07-12T18:22:21.471" v="106" actId="1076"/>
      <pc:docMkLst>
        <pc:docMk/>
      </pc:docMkLst>
      <pc:sldChg chg="modSp mod">
        <pc:chgData name="P, Darshini" userId="7b66d53e-23f4-4dc8-bb03-06989306c507" providerId="ADAL" clId="{7204BDAD-7418-460E-9C82-1E51E724A9F1}" dt="2026-07-12T18:22:21.471" v="106" actId="1076"/>
        <pc:sldMkLst>
          <pc:docMk/>
          <pc:sldMk cId="0" sldId="256"/>
        </pc:sldMkLst>
        <pc:spChg chg="mod">
          <ac:chgData name="P, Darshini" userId="7b66d53e-23f4-4dc8-bb03-06989306c507" providerId="ADAL" clId="{7204BDAD-7418-460E-9C82-1E51E724A9F1}" dt="2026-07-12T18:22:21.471" v="106" actId="1076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86100"/>
          </a:xfrm>
          <a:prstGeom prst="rect">
            <a:avLst/>
          </a:prstGeom>
          <a:solidFill>
            <a:srgbClr val="0F1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2743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822960"/>
            <a:ext cx="777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/>
              <a:t>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8686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Segoe UI"/>
              </a:rPr>
              <a:t>GAZE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3444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Signage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Segoe UI"/>
              </a:rPr>
              <a:t>Gaze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0F2FE"/>
                </a:solidFill>
                <a:latin typeface="Segoe UI"/>
              </a:rPr>
              <a:t>Signage Engagement — Privacy-preserving audience analytics on Intel CPU / iGPU</a:t>
            </a:r>
          </a:p>
          <a:p>
            <a:pPr algn="l"/>
            <a:endParaRPr sz="1800" b="0">
              <a:solidFill>
                <a:srgbClr val="E0F2FE"/>
              </a:solidFill>
              <a:latin typeface="Segoe UI"/>
            </a:endParaRPr>
          </a:p>
          <a:p>
            <a:pPr algn="l"/>
            <a:r>
              <a:rPr sz="1800" b="0">
                <a:solidFill>
                  <a:srgbClr val="E0F2FE"/>
                </a:solidFill>
                <a:latin typeface="Segoe UI"/>
              </a:rPr>
              <a:t>Hack the Stack ·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5829300"/>
            <a:ext cx="3044952" cy="10287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rgbClr val="FFFFFF"/>
                </a:solidFill>
                <a:latin typeface="Segoe UI"/>
              </a:rPr>
              <a:t>By SILI-</a:t>
            </a:r>
            <a:r>
              <a:rPr lang="en-IN" sz="1100" b="1" dirty="0" err="1">
                <a:solidFill>
                  <a:srgbClr val="FFFFFF"/>
                </a:solidFill>
                <a:latin typeface="Segoe UI"/>
              </a:rPr>
              <a:t>VAl</a:t>
            </a:r>
            <a:r>
              <a:rPr lang="en-IN" sz="1100" b="1" dirty="0">
                <a:solidFill>
                  <a:srgbClr val="FFFFFF"/>
                </a:solidFill>
                <a:latin typeface="Segoe UI"/>
              </a:rPr>
              <a:t>-NINJAS</a:t>
            </a:r>
          </a:p>
          <a:p>
            <a:pPr algn="ctr"/>
            <a:r>
              <a:rPr lang="en-IN" sz="1100" b="1" dirty="0">
                <a:solidFill>
                  <a:srgbClr val="FFFFFF"/>
                </a:solidFill>
                <a:latin typeface="Segoe UI"/>
              </a:rPr>
              <a:t>Darshini P</a:t>
            </a:r>
          </a:p>
          <a:p>
            <a:pPr algn="ctr"/>
            <a:r>
              <a:rPr lang="en-IN" sz="1100" b="1" dirty="0">
                <a:solidFill>
                  <a:srgbClr val="FFFFFF"/>
                </a:solidFill>
                <a:latin typeface="Segoe UI"/>
              </a:rPr>
              <a:t>Divyashree KR</a:t>
            </a:r>
          </a:p>
          <a:p>
            <a:pPr algn="ctr"/>
            <a:r>
              <a:rPr lang="en-IN" sz="1100" b="1" dirty="0">
                <a:solidFill>
                  <a:srgbClr val="FFFFFF"/>
                </a:solidFill>
                <a:latin typeface="Segoe UI"/>
              </a:rPr>
              <a:t>Jeevan K</a:t>
            </a:r>
            <a:endParaRPr sz="1100" b="1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Segoe UI"/>
              </a:rPr>
              <a:t>Digital signage is blind to who actually watches it.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196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Operators buy screens, pipe content, and hope.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Zero closed-loop measurement — even Nielsen-style panels are proxies.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968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Existing computer-vision solutions ship raw frames to the cloud.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1635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Face recognition, ReID and embeddings — regulatory nightmare (GDPR, DPDP, BIPA).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7413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Edge boxes exist but cost $1k+ and lock you into a vendor SDK.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9359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No inspection, no privacy audit, no on-prem 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Signage market $30B+ · &lt;5% instrumented today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</a:rPr>
              <a:t>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Segoe UI"/>
              </a:rPr>
              <a:t>A privacy-by-design pipeline that runs on the laptop you already own.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196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100 % on-device — Intel CPU + Iris Xe iGPU via OpenVINO.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No cloud, no telemetry, no third-party inference calls.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968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Frames are ephemeral.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1635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No imwrite, no video writer, no numpy.save — grepped in CI.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7413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Only aggregates leave 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9359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SQLite stores counters, ratios, pHash fingerprints, tiny 160×90 thumbnails.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1513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No face recognition · no embeddings · no ReID.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7083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Tracker is bbox geometry + Kalman motion. IDs die with the process.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Privacy contract is enforced by a smoke test that greps banned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</a:rPr>
              <a:t>Live demo — two panes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Segoe UI"/>
              </a:rPr>
              <a:t>One codebase, two audience-mode dashboards.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📺 Gaze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Control plane + real-time counters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8254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6974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Start / stop pipeline as a detached subprocess.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3832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Toggle detection / gaze / age-gender modules.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197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0690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Pick device (CPU / GPU / AUTO) and privacy mode.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8828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7548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Live KPI tiles + trend, updated every 5 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7452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👁️ Gaze Insights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5968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24688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Impressions, Attention time, Avg viewing duration, Attention rate.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32826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31546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Audience engagement trend — auto-rebinned 5 s → 1 h.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39684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38404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Top content by attention time — leaderboard with thumbnails.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46542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45262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Gender split donut over the selected window.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5340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52120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Everything from SQLite aggregates — zero per-person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</a:rPr>
              <a:t>Metrics we 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Segoe UI"/>
              </a:rPr>
              <a:t>Every number below comes from aggregate SQL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IMPRESSIONS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SUM(viewers)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How many audience-seconds.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ATTENTION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SUM(attending × Δt)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Seconds actively looking.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AVG VIEWING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317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MEAN(avg_dwell)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004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How long an average viewer stays.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ATTENTION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attending / viewers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% of impressions that convert to attention.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0690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4251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PEAK CONCURRENT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634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MAX(viewers)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5321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Highest simultaneous audience.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0690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4251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M/F RATIO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6634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SUM(male / female)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5321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Demographic tilt — no identities stored.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Segoe UI"/>
              </a:rPr>
              <a:t>Six stages, all on-device.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196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1 · Capture — webcam frames at 720p (OpenCV VideoCapture).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Optional screen capture for pHash content segmentation.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968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2 · Detect — person-detection-retail-0013 INT8 (crowd) + face-detection-retail-0004 INT8.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1635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Tiled inference for wide-angle rooms.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7413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3 · Track — Kalman motion + IoU association. IDs are int counters.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9359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No embeddings, no ReID — safe on identity even across occlusion.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1513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4 · Gaze — head-pose-estimation-adas-0001 (FP16) + gaze-estimation-adas-0002 (FP16, near tier only).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7083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Screen dwell computed from head/eye vectors, not identity.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92861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80060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5 · Aggregate — 5-second windows, keyed by content segment ID (pHash).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4807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Only counters + ratios written to SQLite.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7058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7784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6 · Dashboard — Streamlit multipage · Plotly · Pandas resample.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92531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Auto-refresh every 5 s, cached 30 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</a:rPr>
              <a:t>Stack — no magic, all Intel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Segoe UI"/>
              </a:rPr>
              <a:t>Runs on the machine already in your bag.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Python 3.12, typed + ruff-clean + pytest-covered.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254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OpenVINO 2024 · AUTO device (GPU preferred).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Open Model Zoo — 5 INT8/FP16 models, ~50 MB total.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97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psutil-backed subprocess supervisor for lifecycle.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828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7548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Target: Intel Core i7-1185G7 + Iris Xe iGPU.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87452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Data &amp; UI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5968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24688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SQLite — a single file, zero admin, portable.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2826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31546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Pandas + Plotly for time-series aggregation.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9684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38404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Streamlit multipage with shared theme.py.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46542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45262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Auto-refresh via streamlit-autorefresh (5 s).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53400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52120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Everything in-process — no message broker, no queue.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</a:rPr>
              <a:t>Real-time budget 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Segoe UI"/>
              </a:rPr>
              <a:t>Benchmarked on Intel Core i7-1185G7 · Iris Xe iGPU · 720p input.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≥ 15 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Capture → detect → track → gaze → sink.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&lt; 50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Model footprint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5 OMZ models, INT8/FP16.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&lt; 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317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Idle 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004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Between inference passes.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~ 30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Cold-start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First model compile is cached.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0690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4251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100 %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634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On-device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5321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Zero cloud calls, zero telemetry.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0690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4251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121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6634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Tests passing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5321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Privacy smoke test in 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</a:rPr>
              <a:t>What Hack the Stack enables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Segoe UI"/>
              </a:rPr>
              <a:t>From working demo to shippable product.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196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🎯 Fleet mode.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Publish aggregates to a central store — same privacy contract, N screens.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9689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🎯 Content A/B.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1635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Rotate creatives, join to attention time — the leaderboard becomes a decision tool.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7413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🎯 Age × dwell heatmap.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9359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Aggregate demography by content — never per-person.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15137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🎯 Retail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7083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OpenVINO Model Server on edge · sync SQLite → data warehouse over WireGuard.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92861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80060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🎯 Certification.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4807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Third-party privacy audit — the codebase is already grep-provable.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86100"/>
          </a:xfrm>
          <a:prstGeom prst="rect">
            <a:avLst/>
          </a:prstGeom>
          <a:solidFill>
            <a:srgbClr val="0F1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86100"/>
            <a:ext cx="12191695" cy="2743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Segoe UI"/>
              </a:rPr>
              <a:t>Gaze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E0F2FE"/>
                </a:solidFill>
                <a:latin typeface="Segoe UI"/>
              </a:rPr>
              <a:t>Signage engagement, on-device, provably private.</a:t>
            </a:r>
          </a:p>
          <a:p>
            <a:pPr algn="l"/>
            <a:r>
              <a:rPr sz="2000" b="0">
                <a:solidFill>
                  <a:srgbClr val="E0F2FE"/>
                </a:solidFill>
                <a:latin typeface="Segoe UI"/>
              </a:rPr>
              <a:t>Repo · Demo · Team — ready at the booth.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852160"/>
            <a:ext cx="219456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Thank you ·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906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P, Darshini</cp:lastModifiedBy>
  <cp:revision>1</cp:revision>
  <dcterms:created xsi:type="dcterms:W3CDTF">2013-01-27T09:14:16Z</dcterms:created>
  <dcterms:modified xsi:type="dcterms:W3CDTF">2026-07-12T18:22:22Z</dcterms:modified>
  <cp:category/>
</cp:coreProperties>
</file>